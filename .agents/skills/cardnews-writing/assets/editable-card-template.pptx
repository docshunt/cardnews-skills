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63721446594445" /><Relationship Type="http://schemas.openxmlformats.org/officeDocument/2006/relationships/extended-properties" Target="/docProps/app.xml" Id="R228543e48f744417" /><Relationship Type="http://schemas.openxmlformats.org/officeDocument/2006/relationships/officeDocument" Target="/ppt/presentation.xml" Id="Rf69b780fe18e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8a118911840a3"/>
  </p:sldMasterIdLst>
  <p:notesMasterIdLst>
    <p:notesMasterId xmlns:r="http://schemas.openxmlformats.org/officeDocument/2006/relationships" r:id="R2d2f2fc6c6e54b17"/>
  </p:notesMasterIdLst>
  <p:sldIdLst>
    <p:sldId xmlns:r="http://schemas.openxmlformats.org/officeDocument/2006/relationships" id="256" r:id="Rb987c433006b4804"/>
    <p:sldId xmlns:r="http://schemas.openxmlformats.org/officeDocument/2006/relationships" id="257" r:id="R04bca905cc264c9e"/>
    <p:sldId xmlns:r="http://schemas.openxmlformats.org/officeDocument/2006/relationships" id="258" r:id="Rb1e4017d24f341cd"/>
    <p:sldId xmlns:r="http://schemas.openxmlformats.org/officeDocument/2006/relationships" id="259" r:id="R6adc93d6b0f642a9"/>
    <p:sldId xmlns:r="http://schemas.openxmlformats.org/officeDocument/2006/relationships" id="260" r:id="R243630194c8e43e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45b65d4574af6" /><Relationship Type="http://schemas.openxmlformats.org/officeDocument/2006/relationships/slideMaster" Target="/ppt/slideMasters/slideMaster1.xml" Id="Rb7f8a118911840a3" /><Relationship Type="http://schemas.openxmlformats.org/officeDocument/2006/relationships/notesMaster" Target="/ppt/notesMasters/notesMaster1.xml" Id="R2d2f2fc6c6e54b17" /><Relationship Type="http://schemas.openxmlformats.org/officeDocument/2006/relationships/presProps" Target="/ppt/presProps.xml" Id="Rabfec022c17440a8" /><Relationship Type="http://schemas.openxmlformats.org/officeDocument/2006/relationships/tableStyles" Target="/ppt/tableStyles.xml" Id="R21813c6cffb14bc1" /><Relationship Type="http://schemas.openxmlformats.org/officeDocument/2006/relationships/slide" Target="/ppt/slides/slide1.xml" Id="Rb987c433006b4804" /><Relationship Type="http://schemas.openxmlformats.org/officeDocument/2006/relationships/slide" Target="/ppt/slides/slide2.xml" Id="R04bca905cc264c9e" /><Relationship Type="http://schemas.openxmlformats.org/officeDocument/2006/relationships/slide" Target="/ppt/slides/slide3.xml" Id="Rb1e4017d24f341cd" /><Relationship Type="http://schemas.openxmlformats.org/officeDocument/2006/relationships/slide" Target="/ppt/slides/slide4.xml" Id="R6adc93d6b0f642a9" /><Relationship Type="http://schemas.openxmlformats.org/officeDocument/2006/relationships/slide" Target="/ppt/slides/slide5.xml" Id="R243630194c8e43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40d707a30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efd6f7ec54f17" /><Relationship Type="http://schemas.openxmlformats.org/officeDocument/2006/relationships/notesMaster" Target="/ppt/notesMasters/notesMaster1.xml" Id="R23a1560c8e5a44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0d64fdc2b4ea2" /><Relationship Type="http://schemas.openxmlformats.org/officeDocument/2006/relationships/notesMaster" Target="/ppt/notesMasters/notesMaster1.xml" Id="Re246febec073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956199ff94c94" /><Relationship Type="http://schemas.openxmlformats.org/officeDocument/2006/relationships/notesMaster" Target="/ppt/notesMasters/notesMaster1.xml" Id="Ra21622ef543048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c007c1a7144db" /><Relationship Type="http://schemas.openxmlformats.org/officeDocument/2006/relationships/notesMaster" Target="/ppt/notesMasters/notesMaster1.xml" Id="R4b43a7144188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846d248a74d02" /><Relationship Type="http://schemas.openxmlformats.org/officeDocument/2006/relationships/notesMaster" Target="/ppt/notesMasters/notesMaster1.xml" Id="R495b691940ed46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외부 자료 없음 또는 sources.json 참고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외부 자료 없음 또는 sources.json 참고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외부 자료 없음 또는 sources.json 참고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외부 자료 없음 또는 sources.json 참고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외부 자료 없음 또는 sources.json 참고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34dcc08494b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1cfcec2674ebd" /><Relationship Type="http://schemas.openxmlformats.org/officeDocument/2006/relationships/slideLayout" Target="/ppt/slideLayouts/slideLayout1.xml" Id="R1fd6189838cd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d6189838cd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aca4351474519" /><Relationship Type="http://schemas.openxmlformats.org/officeDocument/2006/relationships/notesSlide" Target="/ppt/notesSlides/notesSlide1.xml" Id="R7d92c612817a4e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408a3917042b8" /><Relationship Type="http://schemas.openxmlformats.org/officeDocument/2006/relationships/notesSlide" Target="/ppt/notesSlides/notesSlide2.xml" Id="Rf92fbcd1bee8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4c4e8c42f4440" /><Relationship Type="http://schemas.openxmlformats.org/officeDocument/2006/relationships/notesSlide" Target="/ppt/notesSlides/notesSlide3.xml" Id="R7497d224d3064f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dffdf14447d2" /><Relationship Type="http://schemas.openxmlformats.org/officeDocument/2006/relationships/notesSlide" Target="/ppt/notesSlides/notesSlide4.xml" Id="R3b04227924544c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993e30d84fa0" /><Relationship Type="http://schemas.openxmlformats.org/officeDocument/2006/relationships/notesSlide" Target="/ppt/notesSlides/notesSlide5.xml" Id="R28123856a47e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rd-1-photo-placeholder">
            <a:extLst xmlns:a="http://schemas.openxmlformats.org/drawingml/2006/main">
              <a:ext uri="{FF2B5EF4-FFF2-40B4-BE49-F238E27FC236}">
                <a16:creationId xmlns:a16="http://schemas.microsoft.com/office/drawing/2014/main" id="{3FA7C4B2-0AEE-4208-9DAB-3A573B0B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3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photo-placeholder-label">
            <a:extLst xmlns:a="http://schemas.openxmlformats.org/drawingml/2006/main">
              <a:ext uri="{FF2B5EF4-FFF2-40B4-BE49-F238E27FC236}">
                <a16:creationId xmlns:a16="http://schemas.microsoft.com/office/drawing/2014/main" id="{BF02867B-9D1A-44DE-855E-AED90DCB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922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950" b="1">
                <a:solidFill>
                  <a:srgbClr val="F6F6F1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6F6F1"/>
                </a:solidFill>
                <a:latin typeface="Pretendard"/>
                <a:ea typeface="Pretendard"/>
                <a:cs typeface="Pretendard"/>
              </a:rPr>
              <a:t>사진: 인물·현장·제품 중 하나 · 세로</a:t>
            </a:r>
          </a:p>
        </p:txBody>
      </p:sp>
      <p:sp>
        <p:nvSpPr>
          <p:cNvPr id="3" name="card-1-cover-fade">
            <a:extLst xmlns:a="http://schemas.openxmlformats.org/drawingml/2006/main">
              <a:ext uri="{FF2B5EF4-FFF2-40B4-BE49-F238E27FC236}">
                <a16:creationId xmlns:a16="http://schemas.microsoft.com/office/drawing/2014/main" id="{B429EB86-86B8-41B6-ABA3-47982BA9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0287000" cy="771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0000">
                  <a:alpha val="78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card-1-headline">
            <a:extLst xmlns:a="http://schemas.openxmlformats.org/drawingml/2006/main">
              <a:ext uri="{FF2B5EF4-FFF2-40B4-BE49-F238E27FC236}">
                <a16:creationId xmlns:a16="http://schemas.microsoft.com/office/drawing/2014/main" id="{AA144BF9-5E1D-4BBF-AA3E-0948ABBF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0"/>
            <a:ext cx="8915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사진과 문구는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따로 고칠 수 있습니다</a:t>
            </a:r>
          </a:p>
        </p:txBody>
      </p:sp>
      <p:sp>
        <p:nvSpPr>
          <p:cNvPr id="5" name="card-1-mark">
            <a:extLst xmlns:a="http://schemas.openxmlformats.org/drawingml/2006/main">
              <a:ext uri="{FF2B5EF4-FFF2-40B4-BE49-F238E27FC236}">
                <a16:creationId xmlns:a16="http://schemas.microsoft.com/office/drawing/2014/main" id="{8CB4F096-3216-4979-A2D1-8D62E91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001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BRAND</a:t>
            </a:r>
          </a:p>
        </p:txBody>
      </p:sp>
    </p:spTree>
    <p:extLst>
      <p:ext uri="{BB962C8B-B14F-4D97-AF65-F5344CB8AC3E}">
        <p14:creationId xmlns:p14="http://schemas.microsoft.com/office/powerpoint/2010/main" val="1770439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rd-2-headline">
            <a:extLst xmlns:a="http://schemas.openxmlformats.org/drawingml/2006/main">
              <a:ext uri="{FF2B5EF4-FFF2-40B4-BE49-F238E27FC236}">
                <a16:creationId xmlns:a16="http://schemas.microsoft.com/office/drawing/2014/main" id="{7AF51E88-3F29-4C3B-AEE6-0B765CA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915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1. 설명은 먼저,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사진은 그다음입니다.</a:t>
            </a:r>
          </a:p>
        </p:txBody>
      </p:sp>
      <p:sp>
        <p:nvSpPr>
          <p:cNvPr id="2" name="card-2-body">
            <a:extLst xmlns:a="http://schemas.openxmlformats.org/drawingml/2006/main">
              <a:ext uri="{FF2B5EF4-FFF2-40B4-BE49-F238E27FC236}">
                <a16:creationId xmlns:a16="http://schemas.microsoft.com/office/drawing/2014/main" id="{FDDE165A-5988-43E3-AF60-34A19D5D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8915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8000"/>
              </a:lnSpc>
              <a:buNone/>
              <a:defRPr sz="247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제목과 본문을 각각 고친 뒤</a:t>
            </a:r>
          </a:p>
          <a:p xmlns:a="http://schemas.openxmlformats.org/drawingml/2006/main">
            <a:pPr algn="l">
              <a:lnSpc>
                <a:spcPct val="158000"/>
              </a:lnSpc>
              <a:buNone/>
              <a:defRPr sz="247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필요하면 다음 카드로 나눕니다.</a:t>
            </a:r>
          </a:p>
        </p:txBody>
      </p:sp>
      <p:sp>
        <p:nvSpPr>
          <p:cNvPr id="3" name="card-2-emphasis">
            <a:extLst xmlns:a="http://schemas.openxmlformats.org/drawingml/2006/main">
              <a:ext uri="{FF2B5EF4-FFF2-40B4-BE49-F238E27FC236}">
                <a16:creationId xmlns:a16="http://schemas.microsoft.com/office/drawing/2014/main" id="{58392FBC-8531-4660-A647-780D218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8915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24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장에는 하나의 주장만 남깁니다.</a:t>
            </a:r>
          </a:p>
        </p:txBody>
      </p:sp>
      <p:sp>
        <p:nvSpPr>
          <p:cNvPr id="4" name="card-2-photo-placeholder">
            <a:extLst xmlns:a="http://schemas.openxmlformats.org/drawingml/2006/main">
              <a:ext uri="{FF2B5EF4-FFF2-40B4-BE49-F238E27FC236}">
                <a16:creationId xmlns:a16="http://schemas.microsoft.com/office/drawing/2014/main" id="{57DF2CBE-C996-4FB3-A57E-E16DB23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0287000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card-2-photo-placeholder-label">
            <a:extLst xmlns:a="http://schemas.openxmlformats.org/drawingml/2006/main">
              <a:ext uri="{FF2B5EF4-FFF2-40B4-BE49-F238E27FC236}">
                <a16:creationId xmlns:a16="http://schemas.microsoft.com/office/drawing/2014/main" id="{70A83B52-C0CA-4FB0-B030-174438F3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0225"/>
            <a:ext cx="922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rPr>
              <a:t>사진: 맥락을 보여주는 현장 · 가로</a:t>
            </a:r>
          </a:p>
        </p:txBody>
      </p:sp>
    </p:spTree>
    <p:extLst>
      <p:ext uri="{BB962C8B-B14F-4D97-AF65-F5344CB8AC3E}">
        <p14:creationId xmlns:p14="http://schemas.microsoft.com/office/powerpoint/2010/main" val="459544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rd-3-photo-placeholder">
            <a:extLst xmlns:a="http://schemas.openxmlformats.org/drawingml/2006/main">
              <a:ext uri="{FF2B5EF4-FFF2-40B4-BE49-F238E27FC236}">
                <a16:creationId xmlns:a16="http://schemas.microsoft.com/office/drawing/2014/main" id="{EB9B9957-1231-4310-9461-D37711C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" name="card-3-photo-placeholder-label">
            <a:extLst xmlns:a="http://schemas.openxmlformats.org/drawingml/2006/main">
              <a:ext uri="{FF2B5EF4-FFF2-40B4-BE49-F238E27FC236}">
                <a16:creationId xmlns:a16="http://schemas.microsoft.com/office/drawing/2014/main" id="{AB325EA6-A4B0-4E7B-ACBD-507CDD1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922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rPr>
              <a:t>사진: 인물·현장·제품 중 하나 · 가로</a:t>
            </a:r>
          </a:p>
        </p:txBody>
      </p:sp>
      <p:sp>
        <p:nvSpPr>
          <p:cNvPr id="3" name="card-3-headline">
            <a:extLst xmlns:a="http://schemas.openxmlformats.org/drawingml/2006/main">
              <a:ext uri="{FF2B5EF4-FFF2-40B4-BE49-F238E27FC236}">
                <a16:creationId xmlns:a16="http://schemas.microsoft.com/office/drawing/2014/main" id="{9657A388-441D-484A-A64A-F335C0A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8915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2. 사진이 먼저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첫 장면을 만듭니다.</a:t>
            </a:r>
          </a:p>
        </p:txBody>
      </p:sp>
      <p:sp>
        <p:nvSpPr>
          <p:cNvPr id="4" name="card-3-body">
            <a:extLst xmlns:a="http://schemas.openxmlformats.org/drawingml/2006/main">
              <a:ext uri="{FF2B5EF4-FFF2-40B4-BE49-F238E27FC236}">
                <a16:creationId xmlns:a16="http://schemas.microsoft.com/office/drawing/2014/main" id="{9F8BC326-873B-400E-8A7F-B07E75A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91600"/>
            <a:ext cx="891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58000"/>
              </a:lnSpc>
              <a:buNone/>
              <a:defRPr sz="247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사진은 같은 자리에 넣고,</a:t>
            </a:r>
          </a:p>
          <a:p xmlns:a="http://schemas.openxmlformats.org/drawingml/2006/main">
            <a:pPr algn="l">
              <a:lnSpc>
                <a:spcPct val="158000"/>
              </a:lnSpc>
              <a:buNone/>
              <a:defRPr sz="247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75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글은 아래에서 해석합니다.</a:t>
            </a:r>
          </a:p>
        </p:txBody>
      </p:sp>
    </p:spTree>
    <p:extLst>
      <p:ext uri="{BB962C8B-B14F-4D97-AF65-F5344CB8AC3E}">
        <p14:creationId xmlns:p14="http://schemas.microsoft.com/office/powerpoint/2010/main" val="317586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rd-4-photo-placeholder">
            <a:extLst xmlns:a="http://schemas.openxmlformats.org/drawingml/2006/main">
              <a:ext uri="{FF2B5EF4-FFF2-40B4-BE49-F238E27FC236}">
                <a16:creationId xmlns:a16="http://schemas.microsoft.com/office/drawing/2014/main" id="{73BBEDFE-258C-42DA-B7EA-FD32BD5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7620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9E3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card-4-photo-placeholder-label">
            <a:extLst xmlns:a="http://schemas.openxmlformats.org/drawingml/2006/main">
              <a:ext uri="{FF2B5EF4-FFF2-40B4-BE49-F238E27FC236}">
                <a16:creationId xmlns:a16="http://schemas.microsoft.com/office/drawing/2014/main" id="{B202B8C3-117C-4B9D-8513-6C26C97A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14850"/>
            <a:ext cx="655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5A5A56"/>
                </a:solidFill>
                <a:latin typeface="Pretendard"/>
                <a:ea typeface="Pretendard"/>
                <a:cs typeface="Pretendard"/>
              </a:rPr>
              <a:t>사진: 발언 중인 인물 또는 현장 · 가로</a:t>
            </a:r>
          </a:p>
        </p:txBody>
      </p:sp>
      <p:sp>
        <p:nvSpPr>
          <p:cNvPr id="3" name="card-4-quote">
            <a:extLst xmlns:a="http://schemas.openxmlformats.org/drawingml/2006/main">
              <a:ext uri="{FF2B5EF4-FFF2-40B4-BE49-F238E27FC236}">
                <a16:creationId xmlns:a16="http://schemas.microsoft.com/office/drawing/2014/main" id="{708F3194-8D52-4A75-9F44-8D6F1EE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43850"/>
            <a:ext cx="8096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62000"/>
              </a:lnSpc>
              <a:buNone/>
              <a:defRPr sz="3450">
                <a:solidFill>
                  <a:srgbClr val="111111"/>
                </a:solidFill>
                <a:latin typeface="Noto Serif KR"/>
                <a:ea typeface="Noto Serif KR"/>
                <a:cs typeface="Noto Serif KR"/>
              </a:defRPr>
            </a:pPr>
            <a:r>
              <a:rPr sz="3450">
                <a:solidFill>
                  <a:srgbClr val="111111"/>
                </a:solidFill>
                <a:latin typeface="Noto Serif KR"/>
                <a:ea typeface="Noto Serif KR"/>
                <a:cs typeface="Noto Serif KR"/>
              </a:rPr>
              <a:t>“인용문은 조용하게</a:t>
            </a:r>
          </a:p>
          <a:p xmlns:a="http://schemas.openxmlformats.org/drawingml/2006/main">
            <a:pPr algn="ctr">
              <a:lnSpc>
                <a:spcPct val="162000"/>
              </a:lnSpc>
              <a:buNone/>
              <a:defRPr sz="3450">
                <a:solidFill>
                  <a:srgbClr val="111111"/>
                </a:solidFill>
                <a:latin typeface="Noto Serif KR"/>
                <a:ea typeface="Noto Serif KR"/>
                <a:cs typeface="Noto Serif KR"/>
              </a:defRPr>
            </a:pPr>
            <a:r>
              <a:rPr sz="3450">
                <a:solidFill>
                  <a:srgbClr val="111111"/>
                </a:solidFill>
                <a:latin typeface="Noto Serif KR"/>
                <a:ea typeface="Noto Serif KR"/>
                <a:cs typeface="Noto Serif KR"/>
              </a:rPr>
              <a:t>한 문장으로 남깁니다.”</a:t>
            </a:r>
          </a:p>
        </p:txBody>
      </p:sp>
      <p:sp>
        <p:nvSpPr>
          <p:cNvPr id="4" name="card-4-source-line">
            <a:extLst xmlns:a="http://schemas.openxmlformats.org/drawingml/2006/main">
              <a:ext uri="{FF2B5EF4-FFF2-40B4-BE49-F238E27FC236}">
                <a16:creationId xmlns:a16="http://schemas.microsoft.com/office/drawing/2014/main" id="{EE8D9F7E-F589-4F8B-9779-383D929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777772"/>
                </a:solidFill>
                <a:latin typeface="Pretendard"/>
                <a:ea typeface="Pretendard"/>
                <a:cs typeface="Pretendard"/>
              </a:defRPr>
            </a:pPr>
            <a:r>
              <a:rPr sz="1500">
                <a:solidFill>
                  <a:srgbClr val="777772"/>
                </a:solidFill>
                <a:latin typeface="Pretendard"/>
                <a:ea typeface="Pretendard"/>
                <a:cs typeface="Pretendard"/>
              </a:rPr>
              <a:t>인용 출처: 최종 자료에서 확인</a:t>
            </a:r>
          </a:p>
        </p:txBody>
      </p:sp>
    </p:spTree>
    <p:extLst>
      <p:ext uri="{BB962C8B-B14F-4D97-AF65-F5344CB8AC3E}">
        <p14:creationId xmlns:p14="http://schemas.microsoft.com/office/powerpoint/2010/main" val="1862226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ard-5-headline">
            <a:extLst xmlns:a="http://schemas.openxmlformats.org/drawingml/2006/main">
              <a:ext uri="{FF2B5EF4-FFF2-40B4-BE49-F238E27FC236}">
                <a16:creationId xmlns:a16="http://schemas.microsoft.com/office/drawing/2014/main" id="{6B770725-4089-46E8-B409-EB74A288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마지막은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문장으로 끝냅니다</a:t>
            </a:r>
          </a:p>
        </p:txBody>
      </p:sp>
      <p:sp>
        <p:nvSpPr>
          <p:cNvPr id="2" name="card-5-body">
            <a:extLst xmlns:a="http://schemas.openxmlformats.org/drawingml/2006/main">
              <a:ext uri="{FF2B5EF4-FFF2-40B4-BE49-F238E27FC236}">
                <a16:creationId xmlns:a16="http://schemas.microsoft.com/office/drawing/2014/main" id="{FBC407AF-17B3-4A59-AD27-FFB9FF3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57950"/>
            <a:ext cx="819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58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8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감사 인사 대신, 저장할 만한</a:t>
            </a:r>
          </a:p>
          <a:p xmlns:a="http://schemas.openxmlformats.org/drawingml/2006/main">
            <a:pPr algn="ctr">
              <a:lnSpc>
                <a:spcPct val="158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85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결론을 남깁니다.</a:t>
            </a:r>
          </a:p>
        </p:txBody>
      </p:sp>
      <p:sp>
        <p:nvSpPr>
          <p:cNvPr id="3" name="card-5-emphasis">
            <a:extLst xmlns:a="http://schemas.openxmlformats.org/drawingml/2006/main">
              <a:ext uri="{FF2B5EF4-FFF2-40B4-BE49-F238E27FC236}">
                <a16:creationId xmlns:a16="http://schemas.microsoft.com/office/drawing/2014/main" id="{610811FD-061E-4CE3-AAE8-2E2A26E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0"/>
            <a:ext cx="819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48000"/>
              </a:lnSpc>
              <a:buNone/>
              <a:defRPr sz="285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850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그래야 다음 장면이 기억됩니다.</a:t>
            </a:r>
          </a:p>
        </p:txBody>
      </p:sp>
    </p:spTree>
    <p:extLst>
      <p:ext uri="{BB962C8B-B14F-4D97-AF65-F5344CB8AC3E}">
        <p14:creationId xmlns:p14="http://schemas.microsoft.com/office/powerpoint/2010/main" val="633516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2026-08-18T05:37:56.1490000Z</dcterms:created>
  <dcterms:modified xsi:type="dcterms:W3CDTF">2026-08-18T05:37:56.1490000Z</dcterms:modified>
</coreProperties>
</file>