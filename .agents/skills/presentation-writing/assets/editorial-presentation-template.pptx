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6ef01e241f4aad" /><Relationship Type="http://schemas.openxmlformats.org/officeDocument/2006/relationships/extended-properties" Target="/docProps/app.xml" Id="R07d516c6d99b4aa5" /><Relationship Type="http://schemas.openxmlformats.org/officeDocument/2006/relationships/officeDocument" Target="/ppt/presentation.xml" Id="R58bca25be96e4e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ae7a6932204da8"/>
  </p:sldMasterIdLst>
  <p:notesMasterIdLst>
    <p:notesMasterId xmlns:r="http://schemas.openxmlformats.org/officeDocument/2006/relationships" r:id="R5143a90b87e54581"/>
  </p:notesMasterIdLst>
  <p:sldIdLst>
    <p:sldId xmlns:r="http://schemas.openxmlformats.org/officeDocument/2006/relationships" id="256" r:id="R90438b6e300144c1"/>
    <p:sldId xmlns:r="http://schemas.openxmlformats.org/officeDocument/2006/relationships" id="257" r:id="Rde4ed9e34a3941f6"/>
    <p:sldId xmlns:r="http://schemas.openxmlformats.org/officeDocument/2006/relationships" id="258" r:id="Rddd5bce9f75f495b"/>
    <p:sldId xmlns:r="http://schemas.openxmlformats.org/officeDocument/2006/relationships" id="259" r:id="R2fad3638c60d4dae"/>
    <p:sldId xmlns:r="http://schemas.openxmlformats.org/officeDocument/2006/relationships" id="260" r:id="Rd75c173ecfbf470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1dd07952be42b7" /><Relationship Type="http://schemas.openxmlformats.org/officeDocument/2006/relationships/slideMaster" Target="/ppt/slideMasters/slideMaster1.xml" Id="Rfeae7a6932204da8" /><Relationship Type="http://schemas.openxmlformats.org/officeDocument/2006/relationships/notesMaster" Target="/ppt/notesMasters/notesMaster1.xml" Id="R5143a90b87e54581" /><Relationship Type="http://schemas.openxmlformats.org/officeDocument/2006/relationships/presProps" Target="/ppt/presProps.xml" Id="R195451851b2d444e" /><Relationship Type="http://schemas.openxmlformats.org/officeDocument/2006/relationships/tableStyles" Target="/ppt/tableStyles.xml" Id="R7411ef5898ca4df4" /><Relationship Type="http://schemas.openxmlformats.org/officeDocument/2006/relationships/slide" Target="/ppt/slides/slide1.xml" Id="R90438b6e300144c1" /><Relationship Type="http://schemas.openxmlformats.org/officeDocument/2006/relationships/slide" Target="/ppt/slides/slide2.xml" Id="Rde4ed9e34a3941f6" /><Relationship Type="http://schemas.openxmlformats.org/officeDocument/2006/relationships/slide" Target="/ppt/slides/slide3.xml" Id="Rddd5bce9f75f495b" /><Relationship Type="http://schemas.openxmlformats.org/officeDocument/2006/relationships/slide" Target="/ppt/slides/slide4.xml" Id="R2fad3638c60d4dae" /><Relationship Type="http://schemas.openxmlformats.org/officeDocument/2006/relationships/slide" Target="/ppt/slides/slide5.xml" Id="Rd75c173ecfbf47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6a167648314b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097c667f1c4c3f" /><Relationship Type="http://schemas.openxmlformats.org/officeDocument/2006/relationships/notesMaster" Target="/ppt/notesMasters/notesMaster1.xml" Id="Rdfdaaeb153ca48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269012c88b4cf4" /><Relationship Type="http://schemas.openxmlformats.org/officeDocument/2006/relationships/notesMaster" Target="/ppt/notesMasters/notesMaster1.xml" Id="R78a0b17aaa9848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191e7eb54d428a" /><Relationship Type="http://schemas.openxmlformats.org/officeDocument/2006/relationships/notesMaster" Target="/ppt/notesMasters/notesMaster1.xml" Id="R10b0da32a76449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2e3ef9697b4297" /><Relationship Type="http://schemas.openxmlformats.org/officeDocument/2006/relationships/notesMaster" Target="/ppt/notesMasters/notesMaster1.xml" Id="R6d2b5162437746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09f97d59b94f45" /><Relationship Type="http://schemas.openxmlformats.org/officeDocument/2006/relationships/notesMaster" Target="/ppt/notesMasters/notesMaster1.xml" Id="Red5207966ac44b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사진: 사용자가 제공한 자료로 교체</a:t>
            </a:r>
          </a:p>
          <a:p xmlns:a="http://schemas.openxmlformats.org/drawingml/2006/main">
            <a:r>
              <a:t>주장: 최종 발표 전 근거 확인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사진: 사용자가 제공한 자료로 교체</a:t>
            </a:r>
          </a:p>
          <a:p xmlns:a="http://schemas.openxmlformats.org/drawingml/2006/main">
            <a:r>
              <a:t>사실·수치: 최종 발표 전 출처 추가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사진: 사용자가 제공한 자료로 교체</a:t>
            </a:r>
          </a:p>
          <a:p xmlns:a="http://schemas.openxmlformats.org/drawingml/2006/main">
            <a:r>
              <a:t>설명: 근거와 해석을 구분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인용: 원문과 발언자 확인</a:t>
            </a:r>
          </a:p>
          <a:p xmlns:a="http://schemas.openxmlformats.org/drawingml/2006/main">
            <a:r>
              <a:t>사진: 사용자가 제공한 자료로 교체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결론: 발표의 첫 주장과 연결</a:t>
            </a:r>
          </a:p>
          <a:p xmlns:a="http://schemas.openxmlformats.org/drawingml/2006/main">
            <a:r>
              <a:t>외부 사실을 추가하면 출처 기입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6789c7ff7f4c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f78c198677433a" /><Relationship Type="http://schemas.openxmlformats.org/officeDocument/2006/relationships/slideLayout" Target="/ppt/slideLayouts/slideLayout1.xml" Id="Rcc8fc4b2eabd44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8fc4b2eabd44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f06fe6c2e4b75" /><Relationship Type="http://schemas.openxmlformats.org/officeDocument/2006/relationships/notesSlide" Target="/ppt/notesSlides/notesSlide1.xml" Id="R55cf219e9ecc4e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c289d50d548b6" /><Relationship Type="http://schemas.openxmlformats.org/officeDocument/2006/relationships/notesSlide" Target="/ppt/notesSlides/notesSlide2.xml" Id="Rd50207722b854b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ec21317f54422" /><Relationship Type="http://schemas.openxmlformats.org/officeDocument/2006/relationships/notesSlide" Target="/ppt/notesSlides/notesSlide3.xml" Id="Ra2b62bd7b2414e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944c1f9fb49c3" /><Relationship Type="http://schemas.openxmlformats.org/officeDocument/2006/relationships/notesSlide" Target="/ppt/notesSlides/notesSlide4.xml" Id="R26d4c576e09340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1e96502fd4765" /><Relationship Type="http://schemas.openxmlformats.org/officeDocument/2006/relationships/notesSlide" Target="/ppt/notesSlides/notesSlide5.xml" Id="R4e04a265bdd043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image-placeholder-opening">
            <a:extLst xmlns:a="http://schemas.openxmlformats.org/drawingml/2006/main">
              <a:ext uri="{FF2B5EF4-FFF2-40B4-BE49-F238E27FC236}">
                <a16:creationId xmlns:a16="http://schemas.microsoft.com/office/drawing/2014/main" id="{4A142D94-1030-49FF-B532-8BB3C23F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8001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D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" name="image-placeholder-opening-label">
            <a:extLst xmlns:a="http://schemas.openxmlformats.org/drawingml/2006/main">
              <a:ext uri="{FF2B5EF4-FFF2-40B4-BE49-F238E27FC236}">
                <a16:creationId xmlns:a16="http://schemas.microsoft.com/office/drawing/2014/main" id="{6B85D1DE-28F7-4A73-8BA7-19460EE3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43350"/>
            <a:ext cx="731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사진: 인물·현장·물건 중 하나 · 세로</a:t>
            </a:r>
          </a:p>
        </p:txBody>
      </p:sp>
      <p:sp>
        <p:nvSpPr>
          <p:cNvPr id="3" name="opening-title">
            <a:extLst xmlns:a="http://schemas.openxmlformats.org/drawingml/2006/main">
              <a:ext uri="{FF2B5EF4-FFF2-40B4-BE49-F238E27FC236}">
                <a16:creationId xmlns:a16="http://schemas.microsoft.com/office/drawing/2014/main" id="{6B92C416-9EC0-4CED-934F-D3A30580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5334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제목을 한 문장으로</a:t>
            </a:r>
          </a:p>
          <a:p xmlns:a="http://schemas.openxmlformats.org/drawingml/2006/main">
            <a:pPr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말합니다</a:t>
            </a:r>
          </a:p>
        </p:txBody>
      </p:sp>
      <p:sp>
        <p:nvSpPr>
          <p:cNvPr id="4" name="opening-body">
            <a:extLst xmlns:a="http://schemas.openxmlformats.org/drawingml/2006/main">
              <a:ext uri="{FF2B5EF4-FFF2-40B4-BE49-F238E27FC236}">
                <a16:creationId xmlns:a16="http://schemas.microsoft.com/office/drawing/2014/main" id="{C061EB00-1144-4DB1-AC73-B33CFAB8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D3D3D"/>
                </a:solidFill>
              </a:defRPr>
            </a:pPr>
            <a:r>
              <a:rPr sz="2025">
                <a:solidFill>
                  <a:srgbClr val="3D3D3D"/>
                </a:solidFill>
              </a:rPr>
              <a:t>발표가 끝난 뒤 청중이 기억할 핵심을 짧게 적습니다.</a:t>
            </a:r>
          </a:p>
        </p:txBody>
      </p:sp>
    </p:spTree>
    <p:extLst>
      <p:ext uri="{BB962C8B-B14F-4D97-AF65-F5344CB8AC3E}">
        <p14:creationId xmlns:p14="http://schemas.microsoft.com/office/powerpoint/2010/main" val="613760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image-title">
            <a:extLst xmlns:a="http://schemas.openxmlformats.org/drawingml/2006/main">
              <a:ext uri="{FF2B5EF4-FFF2-40B4-BE49-F238E27FC236}">
                <a16:creationId xmlns:a16="http://schemas.microsoft.com/office/drawing/2014/main" id="{AAA25A23-8F7C-4C28-B784-30A25868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19200"/>
            <a:ext cx="514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설명은 먼저,</a:t>
            </a:r>
          </a:p>
          <a:p xmlns:a="http://schemas.openxmlformats.org/drawingml/2006/main">
            <a:pPr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사진은 그다음 보게 합니다</a:t>
            </a:r>
          </a:p>
        </p:txBody>
      </p:sp>
      <p:sp>
        <p:nvSpPr>
          <p:cNvPr id="2" name="text-image-body">
            <a:extLst xmlns:a="http://schemas.openxmlformats.org/drawingml/2006/main">
              <a:ext uri="{FF2B5EF4-FFF2-40B4-BE49-F238E27FC236}">
                <a16:creationId xmlns:a16="http://schemas.microsoft.com/office/drawing/2014/main" id="{62AC02C7-C621-466E-98CA-1B79C8AE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857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3333"/>
                </a:solidFill>
              </a:defRPr>
            </a:pPr>
            <a:r>
              <a:rPr sz="2100">
                <a:solidFill>
                  <a:srgbClr val="333333"/>
                </a:solidFill>
              </a:rPr>
              <a:t>맥락과 근거를 두세 문장으로 정리합니다.</a:t>
            </a:r>
          </a:p>
          <a:p xmlns:a="http://schemas.openxmlformats.org/drawingml/2006/main">
            <a:pPr>
              <a:defRPr sz="2100">
                <a:solidFill>
                  <a:srgbClr val="333333"/>
                </a:solidFill>
              </a:defRPr>
            </a:pPr>
            <a:r>
              <a:rPr sz="2100">
                <a:solidFill>
                  <a:srgbClr val="333333"/>
                </a:solidFill>
              </a:rPr>
              <a:t>길어지면 다음 슬라이드로 넘깁니다.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333333"/>
                </a:solidFill>
              </a:defRPr>
            </a:pPr>
            <a:r>
              <a:rPr sz="2100">
                <a:solidFill>
                  <a:srgbClr val="333333"/>
                </a:solidFill>
              </a:rPr>
              <a:t>강조할 한 문장만 굵은 검정 밑줄로 처리합니다.</a:t>
            </a:r>
          </a:p>
        </p:txBody>
      </p:sp>
      <p:sp>
        <p:nvSpPr>
          <p:cNvPr id="3" name="image-placeholder-text-image">
            <a:extLst xmlns:a="http://schemas.openxmlformats.org/drawingml/2006/main">
              <a:ext uri="{FF2B5EF4-FFF2-40B4-BE49-F238E27FC236}">
                <a16:creationId xmlns:a16="http://schemas.microsoft.com/office/drawing/2014/main" id="{DC682DC3-2953-4476-9CAC-F06283F7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62000"/>
            <a:ext cx="78105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D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image-placeholder-text-image-label">
            <a:extLst xmlns:a="http://schemas.openxmlformats.org/drawingml/2006/main">
              <a:ext uri="{FF2B5EF4-FFF2-40B4-BE49-F238E27FC236}">
                <a16:creationId xmlns:a16="http://schemas.microsoft.com/office/drawing/2014/main" id="{AC125B5D-5704-43B5-A28B-EC28E7BB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43350"/>
            <a:ext cx="712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사진: 맥락을 보여주는 현장 · 가로</a:t>
            </a:r>
          </a:p>
        </p:txBody>
      </p:sp>
      <p:sp>
        <p:nvSpPr>
          <p:cNvPr id="5" name="source-line">
            <a:extLst xmlns:a="http://schemas.openxmlformats.org/drawingml/2006/main">
              <a:ext uri="{FF2B5EF4-FFF2-40B4-BE49-F238E27FC236}">
                <a16:creationId xmlns:a16="http://schemas.microsoft.com/office/drawing/2014/main" id="{7D23B7FF-C27C-4410-9986-D7933D1B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962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  <a:r>
              <a:rPr sz="1050">
                <a:solidFill>
                  <a:srgbClr val="666666"/>
                </a:solidFill>
              </a:rPr>
              <a:t>출처: 최종 자료에서 확인</a:t>
            </a:r>
          </a:p>
        </p:txBody>
      </p:sp>
    </p:spTree>
    <p:extLst>
      <p:ext uri="{BB962C8B-B14F-4D97-AF65-F5344CB8AC3E}">
        <p14:creationId xmlns:p14="http://schemas.microsoft.com/office/powerpoint/2010/main" val="1303850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image-placeholder-image-text">
            <a:extLst xmlns:a="http://schemas.openxmlformats.org/drawingml/2006/main">
              <a:ext uri="{FF2B5EF4-FFF2-40B4-BE49-F238E27FC236}">
                <a16:creationId xmlns:a16="http://schemas.microsoft.com/office/drawing/2014/main" id="{30E82EE5-5A55-4C42-9B12-C1867BBE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3912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D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" name="image-placeholder-image-text-label">
            <a:extLst xmlns:a="http://schemas.openxmlformats.org/drawingml/2006/main">
              <a:ext uri="{FF2B5EF4-FFF2-40B4-BE49-F238E27FC236}">
                <a16:creationId xmlns:a16="http://schemas.microsoft.com/office/drawing/2014/main" id="{C474DD5E-3F91-4DE6-9287-205EF9EC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43350"/>
            <a:ext cx="7553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사진: 감정을 만드는 인물 또는 현장 · 세로</a:t>
            </a:r>
          </a:p>
        </p:txBody>
      </p:sp>
      <p:sp>
        <p:nvSpPr>
          <p:cNvPr id="3" name="image-text-title">
            <a:extLst xmlns:a="http://schemas.openxmlformats.org/drawingml/2006/main">
              <a:ext uri="{FF2B5EF4-FFF2-40B4-BE49-F238E27FC236}">
                <a16:creationId xmlns:a16="http://schemas.microsoft.com/office/drawing/2014/main" id="{35BF4BB0-F959-4DAE-8AFC-92596F08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85900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사진이 먼저,</a:t>
            </a:r>
          </a:p>
          <a:p xmlns:a="http://schemas.openxmlformats.org/drawingml/2006/main">
            <a:pPr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맥락은 그다음 옵니다</a:t>
            </a:r>
          </a:p>
        </p:txBody>
      </p:sp>
      <p:sp>
        <p:nvSpPr>
          <p:cNvPr id="4" name="image-text-body">
            <a:extLst xmlns:a="http://schemas.openxmlformats.org/drawingml/2006/main">
              <a:ext uri="{FF2B5EF4-FFF2-40B4-BE49-F238E27FC236}">
                <a16:creationId xmlns:a16="http://schemas.microsoft.com/office/drawing/2014/main" id="{E27F7B35-9037-484A-A568-25238E82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48050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3333"/>
                </a:solidFill>
              </a:defRPr>
            </a:pPr>
            <a:r>
              <a:rPr sz="2100">
                <a:solidFill>
                  <a:srgbClr val="333333"/>
                </a:solidFill>
              </a:rPr>
              <a:t>사진이 만든 첫 인상을</a:t>
            </a:r>
          </a:p>
          <a:p xmlns:a="http://schemas.openxmlformats.org/drawingml/2006/main">
            <a:pPr>
              <a:defRPr sz="2100">
                <a:solidFill>
                  <a:srgbClr val="333333"/>
                </a:solidFill>
              </a:defRPr>
            </a:pPr>
            <a:r>
              <a:rPr sz="2100">
                <a:solidFill>
                  <a:srgbClr val="333333"/>
                </a:solidFill>
              </a:rPr>
              <a:t>짧은 설명으로 해석합니다.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333333"/>
                </a:solidFill>
              </a:defRPr>
            </a:pPr>
            <a:r>
              <a:rPr sz="2100">
                <a:solidFill>
                  <a:srgbClr val="333333"/>
                </a:solidFill>
              </a:rPr>
              <a:t>한 슬라이드에는 한 가지</a:t>
            </a:r>
          </a:p>
          <a:p xmlns:a="http://schemas.openxmlformats.org/drawingml/2006/main">
            <a:pPr>
              <a:defRPr sz="2100">
                <a:solidFill>
                  <a:srgbClr val="333333"/>
                </a:solidFill>
              </a:defRPr>
            </a:pPr>
            <a:r>
              <a:rPr sz="2100">
                <a:solidFill>
                  <a:srgbClr val="333333"/>
                </a:solidFill>
              </a:rPr>
              <a:t>판단만 남깁니다.</a:t>
            </a:r>
          </a:p>
        </p:txBody>
      </p:sp>
      <p:sp>
        <p:nvSpPr>
          <p:cNvPr id="5" name="source-line">
            <a:extLst xmlns:a="http://schemas.openxmlformats.org/drawingml/2006/main">
              <a:ext uri="{FF2B5EF4-FFF2-40B4-BE49-F238E27FC236}">
                <a16:creationId xmlns:a16="http://schemas.microsoft.com/office/drawing/2014/main" id="{880D11D1-E597-4C4E-80E4-F9EAA451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09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  <a:r>
              <a:rPr sz="1050">
                <a:solidFill>
                  <a:srgbClr val="666666"/>
                </a:solidFill>
              </a:rPr>
              <a:t>출처: 최종 자료에서 확인</a:t>
            </a:r>
          </a:p>
        </p:txBody>
      </p:sp>
    </p:spTree>
    <p:extLst>
      <p:ext uri="{BB962C8B-B14F-4D97-AF65-F5344CB8AC3E}">
        <p14:creationId xmlns:p14="http://schemas.microsoft.com/office/powerpoint/2010/main" val="1977502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uote-text">
            <a:extLst xmlns:a="http://schemas.openxmlformats.org/drawingml/2006/main">
              <a:ext uri="{FF2B5EF4-FFF2-40B4-BE49-F238E27FC236}">
                <a16:creationId xmlns:a16="http://schemas.microsoft.com/office/drawing/2014/main" id="{04D0F9A3-0E74-4613-A563-79623B51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>
                <a:solidFill>
                  <a:srgbClr val="111111"/>
                </a:solidFill>
              </a:defRPr>
            </a:pPr>
            <a:r>
              <a:rPr sz="3300">
                <a:solidFill>
                  <a:srgbClr val="111111"/>
                </a:solidFill>
              </a:rPr>
              <a:t>“한 문장 인용은</a:t>
            </a:r>
          </a:p>
          <a:p xmlns:a="http://schemas.openxmlformats.org/drawingml/2006/main">
            <a:pPr algn="ctr">
              <a:defRPr sz="3300">
                <a:solidFill>
                  <a:srgbClr val="111111"/>
                </a:solidFill>
              </a:defRPr>
            </a:pPr>
            <a:r>
              <a:rPr sz="3300">
                <a:solidFill>
                  <a:srgbClr val="111111"/>
                </a:solidFill>
              </a:rPr>
              <a:t>문제를 선명하게 만듭니다.”</a:t>
            </a:r>
          </a:p>
        </p:txBody>
      </p:sp>
      <p:sp>
        <p:nvSpPr>
          <p:cNvPr id="2" name="image-placeholder-quote">
            <a:extLst xmlns:a="http://schemas.openxmlformats.org/drawingml/2006/main">
              <a:ext uri="{FF2B5EF4-FFF2-40B4-BE49-F238E27FC236}">
                <a16:creationId xmlns:a16="http://schemas.microsoft.com/office/drawing/2014/main" id="{1120A0A0-C98F-4DFF-B215-27286D41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6572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" name="image-placeholder-quote-label">
            <a:extLst xmlns:a="http://schemas.openxmlformats.org/drawingml/2006/main">
              <a:ext uri="{FF2B5EF4-FFF2-40B4-BE49-F238E27FC236}">
                <a16:creationId xmlns:a16="http://schemas.microsoft.com/office/drawing/2014/main" id="{F828741C-F6DB-4E87-BEE8-43B5C4EE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24225"/>
            <a:ext cx="588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사진: 발언 중인 인물 · 가로</a:t>
            </a:r>
          </a:p>
        </p:txBody>
      </p:sp>
      <p:sp>
        <p:nvSpPr>
          <p:cNvPr id="4" name="source-line">
            <a:extLst xmlns:a="http://schemas.openxmlformats.org/drawingml/2006/main">
              <a:ext uri="{FF2B5EF4-FFF2-40B4-BE49-F238E27FC236}">
                <a16:creationId xmlns:a16="http://schemas.microsoft.com/office/drawing/2014/main" id="{4D01C044-BDC5-44DB-8B74-848019DA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962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  <a:r>
              <a:rPr sz="1050">
                <a:solidFill>
                  <a:srgbClr val="666666"/>
                </a:solidFill>
              </a:rPr>
              <a:t>인용 출처: 최종 자료에서 확인</a:t>
            </a:r>
          </a:p>
        </p:txBody>
      </p:sp>
    </p:spTree>
    <p:extLst>
      <p:ext uri="{BB962C8B-B14F-4D97-AF65-F5344CB8AC3E}">
        <p14:creationId xmlns:p14="http://schemas.microsoft.com/office/powerpoint/2010/main" val="1200892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EC3186B-5A9A-4297-9705-72FF6667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좋은 마무리는</a:t>
            </a:r>
          </a:p>
          <a:p xmlns:a="http://schemas.openxmlformats.org/drawingml/2006/main">
            <a:pPr algn="ctr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다음 행동을 남깁니다</a:t>
            </a:r>
          </a:p>
        </p:txBody>
      </p:sp>
      <p:sp>
        <p:nvSpPr>
          <p:cNvPr id="2" name="close-body">
            <a:extLst xmlns:a="http://schemas.openxmlformats.org/drawingml/2006/main">
              <a:ext uri="{FF2B5EF4-FFF2-40B4-BE49-F238E27FC236}">
                <a16:creationId xmlns:a16="http://schemas.microsoft.com/office/drawing/2014/main" id="{BF23285A-7B13-4D05-AD39-9C3840A7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24375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333333"/>
                </a:solidFill>
              </a:defRPr>
            </a:pPr>
            <a:r>
              <a:rPr sz="2175">
                <a:solidFill>
                  <a:srgbClr val="333333"/>
                </a:solidFill>
              </a:rPr>
              <a:t>결론 한 문장과,</a:t>
            </a:r>
          </a:p>
          <a:p xmlns:a="http://schemas.openxmlformats.org/drawingml/2006/main">
            <a:pPr algn="ctr">
              <a:defRPr sz="2175">
                <a:solidFill>
                  <a:srgbClr val="333333"/>
                </a:solidFill>
              </a:defRPr>
            </a:pPr>
            <a:r>
              <a:rPr sz="2175">
                <a:solidFill>
                  <a:srgbClr val="333333"/>
                </a:solidFill>
              </a:rPr>
              <a:t>청중이 기억하거나 결정할 한 가지를 적습니다.</a:t>
            </a:r>
          </a:p>
        </p:txBody>
      </p:sp>
    </p:spTree>
    <p:extLst>
      <p:ext uri="{BB962C8B-B14F-4D97-AF65-F5344CB8AC3E}">
        <p14:creationId xmlns:p14="http://schemas.microsoft.com/office/powerpoint/2010/main" val="99974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2026-08-12T13:32:29.6670000Z</dcterms:created>
  <dcterms:modified xsi:type="dcterms:W3CDTF">2026-08-12T13:32:29.6680000Z</dcterms:modified>
</coreProperties>
</file>