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9cbd566d1c495c" /><Relationship Type="http://schemas.openxmlformats.org/officeDocument/2006/relationships/extended-properties" Target="/docProps/app.xml" Id="R9dfe6af7bf1c4419" /><Relationship Type="http://schemas.openxmlformats.org/officeDocument/2006/relationships/officeDocument" Target="/ppt/presentation.xml" Id="R5d1cce07153d48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4489bbdd764d6d"/>
  </p:sldMasterIdLst>
  <p:notesMasterIdLst>
    <p:notesMasterId xmlns:r="http://schemas.openxmlformats.org/officeDocument/2006/relationships" r:id="R73cdaeb6bacc4053"/>
  </p:notesMasterIdLst>
  <p:sldIdLst>
    <p:sldId xmlns:r="http://schemas.openxmlformats.org/officeDocument/2006/relationships" id="256" r:id="Rfd5c1c06b554451b"/>
    <p:sldId xmlns:r="http://schemas.openxmlformats.org/officeDocument/2006/relationships" id="257" r:id="R6ef1c8126e1a47ce"/>
    <p:sldId xmlns:r="http://schemas.openxmlformats.org/officeDocument/2006/relationships" id="258" r:id="Rbdb4f5e28e2447fd"/>
    <p:sldId xmlns:r="http://schemas.openxmlformats.org/officeDocument/2006/relationships" id="259" r:id="R35006bdc4bb5415c"/>
    <p:sldId xmlns:r="http://schemas.openxmlformats.org/officeDocument/2006/relationships" id="260" r:id="R7a74a065b8424071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2fc0aca92542ca" /><Relationship Type="http://schemas.openxmlformats.org/officeDocument/2006/relationships/slideMaster" Target="/ppt/slideMasters/slideMaster1.xml" Id="R524489bbdd764d6d" /><Relationship Type="http://schemas.openxmlformats.org/officeDocument/2006/relationships/notesMaster" Target="/ppt/notesMasters/notesMaster1.xml" Id="R73cdaeb6bacc4053" /><Relationship Type="http://schemas.openxmlformats.org/officeDocument/2006/relationships/presProps" Target="/ppt/presProps.xml" Id="Rbdf629b76b914c5d" /><Relationship Type="http://schemas.openxmlformats.org/officeDocument/2006/relationships/tableStyles" Target="/ppt/tableStyles.xml" Id="R218c11b25930492b" /><Relationship Type="http://schemas.openxmlformats.org/officeDocument/2006/relationships/slide" Target="/ppt/slides/slide1.xml" Id="Rfd5c1c06b554451b" /><Relationship Type="http://schemas.openxmlformats.org/officeDocument/2006/relationships/slide" Target="/ppt/slides/slide2.xml" Id="R6ef1c8126e1a47ce" /><Relationship Type="http://schemas.openxmlformats.org/officeDocument/2006/relationships/slide" Target="/ppt/slides/slide3.xml" Id="Rbdb4f5e28e2447fd" /><Relationship Type="http://schemas.openxmlformats.org/officeDocument/2006/relationships/slide" Target="/ppt/slides/slide4.xml" Id="R35006bdc4bb5415c" /><Relationship Type="http://schemas.openxmlformats.org/officeDocument/2006/relationships/slide" Target="/ppt/slides/slide5.xml" Id="R7a74a065b84240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324c4248ac42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25969eaf494159" /><Relationship Type="http://schemas.openxmlformats.org/officeDocument/2006/relationships/notesMaster" Target="/ppt/notesMasters/notesMaster1.xml" Id="Rceb2824a4b8743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359e5e667643f0" /><Relationship Type="http://schemas.openxmlformats.org/officeDocument/2006/relationships/notesMaster" Target="/ppt/notesMasters/notesMaster1.xml" Id="R04656f705e6c45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78591bda664829" /><Relationship Type="http://schemas.openxmlformats.org/officeDocument/2006/relationships/notesMaster" Target="/ppt/notesMasters/notesMaster1.xml" Id="Rc6a8d177bf834e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3a5f8bf8184660" /><Relationship Type="http://schemas.openxmlformats.org/officeDocument/2006/relationships/notesMaster" Target="/ppt/notesMasters/notesMaster1.xml" Id="R75e64e15bb8446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341ada3ba904552" /><Relationship Type="http://schemas.openxmlformats.org/officeDocument/2006/relationships/notesMaster" Target="/ppt/notesMasters/notesMaster1.xml" Id="R0d1c52b6e5f648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사진: 사용자가 제공한 자료로 교체</a:t>
            </a:r>
          </a:p>
          <a:p xmlns:a="http://schemas.openxmlformats.org/drawingml/2006/main">
            <a:r>
              <a:t>주장: 최종 발표 전 근거 확인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사진: 사용자가 제공한 자료로 교체</a:t>
            </a:r>
          </a:p>
          <a:p xmlns:a="http://schemas.openxmlformats.org/drawingml/2006/main">
            <a:r>
              <a:t>사실·수치: 최종 발표 전 출처 추가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사진: 사용자가 제공한 자료로 교체</a:t>
            </a:r>
          </a:p>
          <a:p xmlns:a="http://schemas.openxmlformats.org/drawingml/2006/main">
            <a:r>
              <a:t>설명: 근거와 해석을 구분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인용: 원문과 발언자 확인</a:t>
            </a:r>
          </a:p>
          <a:p xmlns:a="http://schemas.openxmlformats.org/drawingml/2006/main">
            <a:r>
              <a:t>사진: 사용자가 제공한 자료로 교체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결론: 발표의 첫 주장과 연결</a:t>
            </a:r>
          </a:p>
          <a:p xmlns:a="http://schemas.openxmlformats.org/drawingml/2006/main">
            <a:r>
              <a:t>외부 사실을 추가하면 출처 기입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2e9fee252145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d3d8e39e154291" /><Relationship Type="http://schemas.openxmlformats.org/officeDocument/2006/relationships/slideLayout" Target="/ppt/slideLayouts/slideLayout1.xml" Id="R3c04ae6b96c94b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04ae6b96c94b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09cb3829949ac" /><Relationship Type="http://schemas.openxmlformats.org/officeDocument/2006/relationships/notesSlide" Target="/ppt/notesSlides/notesSlide1.xml" Id="R9441dfc20a9941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18afb512f4a67" /><Relationship Type="http://schemas.openxmlformats.org/officeDocument/2006/relationships/notesSlide" Target="/ppt/notesSlides/notesSlide2.xml" Id="R3f0828be038248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32402f8e05446a" /><Relationship Type="http://schemas.openxmlformats.org/officeDocument/2006/relationships/notesSlide" Target="/ppt/notesSlides/notesSlide3.xml" Id="Rcf72b7db22a540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437ea1c4da4104" /><Relationship Type="http://schemas.openxmlformats.org/officeDocument/2006/relationships/notesSlide" Target="/ppt/notesSlides/notesSlide4.xml" Id="R9efa71ef365549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33fde27bf4d5a" /><Relationship Type="http://schemas.openxmlformats.org/officeDocument/2006/relationships/notesSlide" Target="/ppt/notesSlides/notesSlide5.xml" Id="R9d31aebd1d494a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image-placeholder-opening">
            <a:extLst xmlns:a="http://schemas.openxmlformats.org/drawingml/2006/main">
              <a:ext uri="{FF2B5EF4-FFF2-40B4-BE49-F238E27FC236}">
                <a16:creationId xmlns:a16="http://schemas.microsoft.com/office/drawing/2014/main" id="{80DE6072-F494-4C00-ABA5-5156F17D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8001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ED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" name="image-placeholder-opening-label">
            <a:extLst xmlns:a="http://schemas.openxmlformats.org/drawingml/2006/main">
              <a:ext uri="{FF2B5EF4-FFF2-40B4-BE49-F238E27FC236}">
                <a16:creationId xmlns:a16="http://schemas.microsoft.com/office/drawing/2014/main" id="{8391EC55-D497-4DA7-A8C9-07D7065E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943350"/>
            <a:ext cx="731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</a:defRPr>
            </a:pPr>
            <a:r>
              <a:rPr sz="1500" b="1">
                <a:solidFill>
                  <a:srgbClr val="555555"/>
                </a:solidFill>
              </a:rPr>
              <a:t>사진: 인물·현장·물건 중 하나 · 세로</a:t>
            </a:r>
          </a:p>
        </p:txBody>
      </p:sp>
      <p:sp>
        <p:nvSpPr>
          <p:cNvPr id="3" name="opening-title">
            <a:extLst xmlns:a="http://schemas.openxmlformats.org/drawingml/2006/main">
              <a:ext uri="{FF2B5EF4-FFF2-40B4-BE49-F238E27FC236}">
                <a16:creationId xmlns:a16="http://schemas.microsoft.com/office/drawing/2014/main" id="{BEA2F6C1-E074-4DB0-B104-242FD67E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5334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11111"/>
                </a:solidFill>
              </a:defRPr>
            </a:pPr>
            <a:r>
              <a:rPr sz="4800" b="1">
                <a:solidFill>
                  <a:srgbClr val="111111"/>
                </a:solidFill>
              </a:rPr>
              <a:t>제목을 한 문장으로</a:t>
            </a:r>
          </a:p>
          <a:p xmlns:a="http://schemas.openxmlformats.org/drawingml/2006/main">
            <a:pPr>
              <a:defRPr sz="4800" b="1">
                <a:solidFill>
                  <a:srgbClr val="111111"/>
                </a:solidFill>
              </a:defRPr>
            </a:pPr>
            <a:r>
              <a:rPr sz="4800" b="1">
                <a:solidFill>
                  <a:srgbClr val="111111"/>
                </a:solidFill>
              </a:rPr>
              <a:t>말합니다</a:t>
            </a:r>
          </a:p>
        </p:txBody>
      </p:sp>
      <p:sp>
        <p:nvSpPr>
          <p:cNvPr id="4" name="opening-body">
            <a:extLst xmlns:a="http://schemas.openxmlformats.org/drawingml/2006/main">
              <a:ext uri="{FF2B5EF4-FFF2-40B4-BE49-F238E27FC236}">
                <a16:creationId xmlns:a16="http://schemas.microsoft.com/office/drawing/2014/main" id="{8AF89D06-2E92-4315-8AA0-F30934EE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91050"/>
            <a:ext cx="5048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3D3D3D"/>
                </a:solidFill>
              </a:defRPr>
            </a:pPr>
            <a:r>
              <a:rPr sz="2025">
                <a:solidFill>
                  <a:srgbClr val="3D3D3D"/>
                </a:solidFill>
              </a:rPr>
              <a:t>발표가 끝난 뒤 청중이 기억할 핵심을 짧게 적습니다.</a:t>
            </a:r>
          </a:p>
        </p:txBody>
      </p:sp>
    </p:spTree>
    <p:extLst>
      <p:ext uri="{BB962C8B-B14F-4D97-AF65-F5344CB8AC3E}">
        <p14:creationId xmlns:p14="http://schemas.microsoft.com/office/powerpoint/2010/main" val="7786545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image-title">
            <a:extLst xmlns:a="http://schemas.openxmlformats.org/drawingml/2006/main">
              <a:ext uri="{FF2B5EF4-FFF2-40B4-BE49-F238E27FC236}">
                <a16:creationId xmlns:a16="http://schemas.microsoft.com/office/drawing/2014/main" id="{77A75CD9-1F30-4BFF-8B6D-F9695549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219200"/>
            <a:ext cx="5143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11111"/>
                </a:solidFill>
              </a:defRPr>
            </a:pPr>
            <a:r>
              <a:rPr sz="3450" b="1">
                <a:solidFill>
                  <a:srgbClr val="111111"/>
                </a:solidFill>
              </a:rPr>
              <a:t>설명은 먼저,</a:t>
            </a:r>
          </a:p>
          <a:p xmlns:a="http://schemas.openxmlformats.org/drawingml/2006/main">
            <a:pPr>
              <a:defRPr sz="3450" b="1">
                <a:solidFill>
                  <a:srgbClr val="111111"/>
                </a:solidFill>
              </a:defRPr>
            </a:pPr>
            <a:r>
              <a:rPr sz="3450" b="1">
                <a:solidFill>
                  <a:srgbClr val="111111"/>
                </a:solidFill>
              </a:rPr>
              <a:t>사진은 그다음 보게 합니다</a:t>
            </a:r>
          </a:p>
        </p:txBody>
      </p:sp>
      <p:sp>
        <p:nvSpPr>
          <p:cNvPr id="2" name="text-image-body">
            <a:extLst xmlns:a="http://schemas.openxmlformats.org/drawingml/2006/main">
              <a:ext uri="{FF2B5EF4-FFF2-40B4-BE49-F238E27FC236}">
                <a16:creationId xmlns:a16="http://schemas.microsoft.com/office/drawing/2014/main" id="{B98E5E72-EC45-4A6D-A66B-2390A889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43250"/>
            <a:ext cx="4857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333333"/>
                </a:solidFill>
              </a:defRPr>
            </a:pPr>
            <a:r>
              <a:rPr sz="2100">
                <a:solidFill>
                  <a:srgbClr val="333333"/>
                </a:solidFill>
              </a:rPr>
              <a:t>맥락과 근거를 두세 문장으로 정리합니다.</a:t>
            </a:r>
          </a:p>
          <a:p xmlns:a="http://schemas.openxmlformats.org/drawingml/2006/main">
            <a:pPr>
              <a:defRPr sz="2100">
                <a:solidFill>
                  <a:srgbClr val="333333"/>
                </a:solidFill>
              </a:defRPr>
            </a:pPr>
            <a:r>
              <a:rPr sz="2100">
                <a:solidFill>
                  <a:srgbClr val="333333"/>
                </a:solidFill>
              </a:rPr>
              <a:t>길어지면 다음 슬라이드로 넘깁니다.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333333"/>
                </a:solidFill>
              </a:defRPr>
            </a:pPr>
            <a:r>
              <a:rPr sz="2100">
                <a:solidFill>
                  <a:srgbClr val="333333"/>
                </a:solidFill>
              </a:rPr>
              <a:t>강조할 한 문장만 굵은 검정 밑줄로 처리합니다.</a:t>
            </a:r>
          </a:p>
        </p:txBody>
      </p:sp>
      <p:sp>
        <p:nvSpPr>
          <p:cNvPr id="3" name="image-placeholder-text-image">
            <a:extLst xmlns:a="http://schemas.openxmlformats.org/drawingml/2006/main">
              <a:ext uri="{FF2B5EF4-FFF2-40B4-BE49-F238E27FC236}">
                <a16:creationId xmlns:a16="http://schemas.microsoft.com/office/drawing/2014/main" id="{5C5699F8-599A-4328-B2C6-7E3B9A8C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762000"/>
            <a:ext cx="7810500" cy="704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ED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4" name="image-placeholder-text-image-label">
            <a:extLst xmlns:a="http://schemas.openxmlformats.org/drawingml/2006/main">
              <a:ext uri="{FF2B5EF4-FFF2-40B4-BE49-F238E27FC236}">
                <a16:creationId xmlns:a16="http://schemas.microsoft.com/office/drawing/2014/main" id="{4399F813-B614-4A7B-8517-BCF8D86C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43350"/>
            <a:ext cx="712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</a:defRPr>
            </a:pPr>
            <a:r>
              <a:rPr sz="1500" b="1">
                <a:solidFill>
                  <a:srgbClr val="555555"/>
                </a:solidFill>
              </a:rPr>
              <a:t>사진: 맥락을 보여주는 현장 · 가로</a:t>
            </a:r>
          </a:p>
        </p:txBody>
      </p:sp>
      <p:sp>
        <p:nvSpPr>
          <p:cNvPr id="5" name="source-line">
            <a:extLst xmlns:a="http://schemas.openxmlformats.org/drawingml/2006/main">
              <a:ext uri="{FF2B5EF4-FFF2-40B4-BE49-F238E27FC236}">
                <a16:creationId xmlns:a16="http://schemas.microsoft.com/office/drawing/2014/main" id="{A6E50583-48AF-42B8-BF7D-5B590FC5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809625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  <a:r>
              <a:rPr sz="1050">
                <a:solidFill>
                  <a:srgbClr val="666666"/>
                </a:solidFill>
              </a:rPr>
              <a:t>출처: 최종 자료에서 확인</a:t>
            </a:r>
          </a:p>
        </p:txBody>
      </p:sp>
    </p:spTree>
    <p:extLst>
      <p:ext uri="{BB962C8B-B14F-4D97-AF65-F5344CB8AC3E}">
        <p14:creationId xmlns:p14="http://schemas.microsoft.com/office/powerpoint/2010/main" val="1395666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image-placeholder-image-text">
            <a:extLst xmlns:a="http://schemas.openxmlformats.org/drawingml/2006/main">
              <a:ext uri="{FF2B5EF4-FFF2-40B4-BE49-F238E27FC236}">
                <a16:creationId xmlns:a16="http://schemas.microsoft.com/office/drawing/2014/main" id="{B143B0DC-AEAC-4FF3-8A5F-64469D06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239125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ED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" name="image-placeholder-image-text-label">
            <a:extLst xmlns:a="http://schemas.openxmlformats.org/drawingml/2006/main">
              <a:ext uri="{FF2B5EF4-FFF2-40B4-BE49-F238E27FC236}">
                <a16:creationId xmlns:a16="http://schemas.microsoft.com/office/drawing/2014/main" id="{C9F7BB6B-5A6E-4D02-9E12-DE0586EA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943350"/>
            <a:ext cx="75533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</a:defRPr>
            </a:pPr>
            <a:r>
              <a:rPr sz="1500" b="1">
                <a:solidFill>
                  <a:srgbClr val="555555"/>
                </a:solidFill>
              </a:rPr>
              <a:t>사진: 감정을 만드는 인물 또는 현장 · 세로</a:t>
            </a:r>
          </a:p>
        </p:txBody>
      </p:sp>
      <p:sp>
        <p:nvSpPr>
          <p:cNvPr id="3" name="image-text-title">
            <a:extLst xmlns:a="http://schemas.openxmlformats.org/drawingml/2006/main">
              <a:ext uri="{FF2B5EF4-FFF2-40B4-BE49-F238E27FC236}">
                <a16:creationId xmlns:a16="http://schemas.microsoft.com/office/drawing/2014/main" id="{21099E8F-B773-4012-A592-5F7C210D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485900"/>
            <a:ext cx="4762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11111"/>
                </a:solidFill>
              </a:defRPr>
            </a:pPr>
            <a:r>
              <a:rPr sz="3450" b="1">
                <a:solidFill>
                  <a:srgbClr val="111111"/>
                </a:solidFill>
              </a:rPr>
              <a:t>사진이 먼저,</a:t>
            </a:r>
          </a:p>
          <a:p xmlns:a="http://schemas.openxmlformats.org/drawingml/2006/main">
            <a:pPr>
              <a:defRPr sz="3450" b="1">
                <a:solidFill>
                  <a:srgbClr val="111111"/>
                </a:solidFill>
              </a:defRPr>
            </a:pPr>
            <a:r>
              <a:rPr sz="3450" b="1">
                <a:solidFill>
                  <a:srgbClr val="111111"/>
                </a:solidFill>
              </a:rPr>
              <a:t>맥락은 그다음 옵니다</a:t>
            </a:r>
          </a:p>
        </p:txBody>
      </p:sp>
      <p:sp>
        <p:nvSpPr>
          <p:cNvPr id="4" name="image-text-body">
            <a:extLst xmlns:a="http://schemas.openxmlformats.org/drawingml/2006/main">
              <a:ext uri="{FF2B5EF4-FFF2-40B4-BE49-F238E27FC236}">
                <a16:creationId xmlns:a16="http://schemas.microsoft.com/office/drawing/2014/main" id="{C6C529AD-F3B7-4752-A3FE-CFB6186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48050"/>
            <a:ext cx="4572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333333"/>
                </a:solidFill>
              </a:defRPr>
            </a:pPr>
            <a:r>
              <a:rPr sz="2100">
                <a:solidFill>
                  <a:srgbClr val="333333"/>
                </a:solidFill>
              </a:rPr>
              <a:t>사진이 만든 첫 인상을</a:t>
            </a:r>
          </a:p>
          <a:p xmlns:a="http://schemas.openxmlformats.org/drawingml/2006/main">
            <a:pPr>
              <a:defRPr sz="2100">
                <a:solidFill>
                  <a:srgbClr val="333333"/>
                </a:solidFill>
              </a:defRPr>
            </a:pPr>
            <a:r>
              <a:rPr sz="2100">
                <a:solidFill>
                  <a:srgbClr val="333333"/>
                </a:solidFill>
              </a:rPr>
              <a:t>짧은 설명으로 해석합니다.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333333"/>
                </a:solidFill>
              </a:defRPr>
            </a:pPr>
            <a:r>
              <a:rPr sz="2100">
                <a:solidFill>
                  <a:srgbClr val="333333"/>
                </a:solidFill>
              </a:rPr>
              <a:t>한 슬라이드에는 한 가지</a:t>
            </a:r>
          </a:p>
          <a:p xmlns:a="http://schemas.openxmlformats.org/drawingml/2006/main">
            <a:pPr>
              <a:defRPr sz="2100">
                <a:solidFill>
                  <a:srgbClr val="333333"/>
                </a:solidFill>
              </a:defRPr>
            </a:pPr>
            <a:r>
              <a:rPr sz="2100">
                <a:solidFill>
                  <a:srgbClr val="333333"/>
                </a:solidFill>
              </a:rPr>
              <a:t>판단만 남깁니다.</a:t>
            </a:r>
          </a:p>
        </p:txBody>
      </p:sp>
      <p:sp>
        <p:nvSpPr>
          <p:cNvPr id="5" name="source-line">
            <a:extLst xmlns:a="http://schemas.openxmlformats.org/drawingml/2006/main">
              <a:ext uri="{FF2B5EF4-FFF2-40B4-BE49-F238E27FC236}">
                <a16:creationId xmlns:a16="http://schemas.microsoft.com/office/drawing/2014/main" id="{F3E19FC2-8758-4042-B0AC-16E98260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09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  <a:r>
              <a:rPr sz="1050">
                <a:solidFill>
                  <a:srgbClr val="666666"/>
                </a:solidFill>
              </a:rPr>
              <a:t>출처: 최종 자료에서 확인</a:t>
            </a:r>
          </a:p>
        </p:txBody>
      </p:sp>
    </p:spTree>
    <p:extLst>
      <p:ext uri="{BB962C8B-B14F-4D97-AF65-F5344CB8AC3E}">
        <p14:creationId xmlns:p14="http://schemas.microsoft.com/office/powerpoint/2010/main" val="12388702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quote-text">
            <a:extLst xmlns:a="http://schemas.openxmlformats.org/drawingml/2006/main">
              <a:ext uri="{FF2B5EF4-FFF2-40B4-BE49-F238E27FC236}">
                <a16:creationId xmlns:a16="http://schemas.microsoft.com/office/drawing/2014/main" id="{F98E9EF9-2C72-491F-93FF-1CF35BE2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5048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>
                <a:solidFill>
                  <a:srgbClr val="111111"/>
                </a:solidFill>
              </a:defRPr>
            </a:pPr>
            <a:r>
              <a:rPr sz="3300">
                <a:solidFill>
                  <a:srgbClr val="111111"/>
                </a:solidFill>
              </a:rPr>
              <a:t>“한 문장 인용은</a:t>
            </a:r>
          </a:p>
          <a:p xmlns:a="http://schemas.openxmlformats.org/drawingml/2006/main">
            <a:pPr algn="ctr">
              <a:defRPr sz="3300">
                <a:solidFill>
                  <a:srgbClr val="111111"/>
                </a:solidFill>
              </a:defRPr>
            </a:pPr>
            <a:r>
              <a:rPr sz="3300">
                <a:solidFill>
                  <a:srgbClr val="111111"/>
                </a:solidFill>
              </a:rPr>
              <a:t>문제를 선명하게 만듭니다.”</a:t>
            </a:r>
          </a:p>
        </p:txBody>
      </p:sp>
      <p:sp>
        <p:nvSpPr>
          <p:cNvPr id="2" name="image-placeholder-quote">
            <a:extLst xmlns:a="http://schemas.openxmlformats.org/drawingml/2006/main">
              <a:ext uri="{FF2B5EF4-FFF2-40B4-BE49-F238E27FC236}">
                <a16:creationId xmlns:a16="http://schemas.microsoft.com/office/drawing/2014/main" id="{A31099DC-C13B-4F81-AB9D-B10E6DBC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65722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ED"/>
          </a:solidFill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" name="image-placeholder-quote-label">
            <a:extLst xmlns:a="http://schemas.openxmlformats.org/drawingml/2006/main">
              <a:ext uri="{FF2B5EF4-FFF2-40B4-BE49-F238E27FC236}">
                <a16:creationId xmlns:a16="http://schemas.microsoft.com/office/drawing/2014/main" id="{09160B45-90D2-4A0C-B9D7-F550717D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324225"/>
            <a:ext cx="5886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</a:defRPr>
            </a:pPr>
            <a:r>
              <a:rPr sz="1500" b="1">
                <a:solidFill>
                  <a:srgbClr val="555555"/>
                </a:solidFill>
              </a:rPr>
              <a:t>사진: 발언 중인 인물 · 가로</a:t>
            </a:r>
          </a:p>
        </p:txBody>
      </p:sp>
      <p:sp>
        <p:nvSpPr>
          <p:cNvPr id="4" name="source-line">
            <a:extLst xmlns:a="http://schemas.openxmlformats.org/drawingml/2006/main">
              <a:ext uri="{FF2B5EF4-FFF2-40B4-BE49-F238E27FC236}">
                <a16:creationId xmlns:a16="http://schemas.microsoft.com/office/drawing/2014/main" id="{66D583E5-7591-417B-AA77-C2EF5AF4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809625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  <a:r>
              <a:rPr sz="1050">
                <a:solidFill>
                  <a:srgbClr val="666666"/>
                </a:solidFill>
              </a:rPr>
              <a:t>인용 출처: 최종 자료에서 확인</a:t>
            </a:r>
          </a:p>
        </p:txBody>
      </p:sp>
    </p:spTree>
    <p:extLst>
      <p:ext uri="{BB962C8B-B14F-4D97-AF65-F5344CB8AC3E}">
        <p14:creationId xmlns:p14="http://schemas.microsoft.com/office/powerpoint/2010/main" val="1472111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lose-title">
            <a:extLst xmlns:a="http://schemas.openxmlformats.org/drawingml/2006/main">
              <a:ext uri="{FF2B5EF4-FFF2-40B4-BE49-F238E27FC236}">
                <a16:creationId xmlns:a16="http://schemas.microsoft.com/office/drawing/2014/main" id="{A65CEFBF-CF27-41D5-B8C0-C4746807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76500"/>
            <a:ext cx="857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좋은 마무리는</a:t>
            </a:r>
          </a:p>
          <a:p xmlns:a="http://schemas.openxmlformats.org/drawingml/2006/main">
            <a:pPr algn="ctr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다음 행동을 남깁니다</a:t>
            </a:r>
          </a:p>
        </p:txBody>
      </p:sp>
      <p:sp>
        <p:nvSpPr>
          <p:cNvPr id="2" name="close-body">
            <a:extLst xmlns:a="http://schemas.openxmlformats.org/drawingml/2006/main">
              <a:ext uri="{FF2B5EF4-FFF2-40B4-BE49-F238E27FC236}">
                <a16:creationId xmlns:a16="http://schemas.microsoft.com/office/drawing/2014/main" id="{744BBBD8-FC78-4FAD-BD81-B0152257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24375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333333"/>
                </a:solidFill>
              </a:defRPr>
            </a:pPr>
            <a:r>
              <a:rPr sz="2175">
                <a:solidFill>
                  <a:srgbClr val="333333"/>
                </a:solidFill>
              </a:rPr>
              <a:t>결론 한 문장과,</a:t>
            </a:r>
          </a:p>
          <a:p xmlns:a="http://schemas.openxmlformats.org/drawingml/2006/main">
            <a:pPr algn="ctr">
              <a:defRPr sz="2175">
                <a:solidFill>
                  <a:srgbClr val="333333"/>
                </a:solidFill>
              </a:defRPr>
            </a:pPr>
            <a:r>
              <a:rPr sz="2175">
                <a:solidFill>
                  <a:srgbClr val="333333"/>
                </a:solidFill>
              </a:rPr>
              <a:t>청중이 기억하거나 결정할 한 가지를 적습니다.</a:t>
            </a:r>
          </a:p>
        </p:txBody>
      </p:sp>
    </p:spTree>
    <p:extLst>
      <p:ext uri="{BB962C8B-B14F-4D97-AF65-F5344CB8AC3E}">
        <p14:creationId xmlns:p14="http://schemas.microsoft.com/office/powerpoint/2010/main" val="18945273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2026-08-12T13:53:42.4990000Z</dcterms:created>
  <dcterms:modified xsi:type="dcterms:W3CDTF">2026-08-12T13:53:42.4990000Z</dcterms:modified>
</coreProperties>
</file>