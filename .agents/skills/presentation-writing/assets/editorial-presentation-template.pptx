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61069386544a9a" /><Relationship Type="http://schemas.openxmlformats.org/officeDocument/2006/relationships/extended-properties" Target="/docProps/app.xml" Id="R2ab0072fc2724ba1" /><Relationship Type="http://schemas.openxmlformats.org/officeDocument/2006/relationships/officeDocument" Target="/ppt/presentation.xml" Id="R40414333ba8c43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76af2aa61a4700"/>
  </p:sldMasterIdLst>
  <p:notesMasterIdLst>
    <p:notesMasterId xmlns:r="http://schemas.openxmlformats.org/officeDocument/2006/relationships" r:id="Reb5bc9b636fb40ef"/>
  </p:notesMasterIdLst>
  <p:sldIdLst>
    <p:sldId xmlns:r="http://schemas.openxmlformats.org/officeDocument/2006/relationships" id="256" r:id="R34db0b90f05245df"/>
    <p:sldId xmlns:r="http://schemas.openxmlformats.org/officeDocument/2006/relationships" id="257" r:id="Rfcd1d45210a34a41"/>
    <p:sldId xmlns:r="http://schemas.openxmlformats.org/officeDocument/2006/relationships" id="258" r:id="R5a5f7a9ffa114ff3"/>
    <p:sldId xmlns:r="http://schemas.openxmlformats.org/officeDocument/2006/relationships" id="259" r:id="R3d99435367f64068"/>
    <p:sldId xmlns:r="http://schemas.openxmlformats.org/officeDocument/2006/relationships" id="260" r:id="R3ceb181667ba416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20b260c17847ff" /><Relationship Type="http://schemas.openxmlformats.org/officeDocument/2006/relationships/slideMaster" Target="/ppt/slideMasters/slideMaster1.xml" Id="Rd076af2aa61a4700" /><Relationship Type="http://schemas.openxmlformats.org/officeDocument/2006/relationships/notesMaster" Target="/ppt/notesMasters/notesMaster1.xml" Id="Reb5bc9b636fb40ef" /><Relationship Type="http://schemas.openxmlformats.org/officeDocument/2006/relationships/presProps" Target="/ppt/presProps.xml" Id="R5ed5efa33fdd4cd1" /><Relationship Type="http://schemas.openxmlformats.org/officeDocument/2006/relationships/tableStyles" Target="/ppt/tableStyles.xml" Id="R63546ffd6bd3436b" /><Relationship Type="http://schemas.openxmlformats.org/officeDocument/2006/relationships/slide" Target="/ppt/slides/slide1.xml" Id="R34db0b90f05245df" /><Relationship Type="http://schemas.openxmlformats.org/officeDocument/2006/relationships/slide" Target="/ppt/slides/slide2.xml" Id="Rfcd1d45210a34a41" /><Relationship Type="http://schemas.openxmlformats.org/officeDocument/2006/relationships/slide" Target="/ppt/slides/slide3.xml" Id="R5a5f7a9ffa114ff3" /><Relationship Type="http://schemas.openxmlformats.org/officeDocument/2006/relationships/slide" Target="/ppt/slides/slide4.xml" Id="R3d99435367f64068" /><Relationship Type="http://schemas.openxmlformats.org/officeDocument/2006/relationships/slide" Target="/ppt/slides/slide5.xml" Id="R3ceb181667ba41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358d61708a4b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f0697583e447a8" /><Relationship Type="http://schemas.openxmlformats.org/officeDocument/2006/relationships/notesMaster" Target="/ppt/notesMasters/notesMaster1.xml" Id="Rd61467ae90e24b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d9b79a48474b30" /><Relationship Type="http://schemas.openxmlformats.org/officeDocument/2006/relationships/notesMaster" Target="/ppt/notesMasters/notesMaster1.xml" Id="Rdf8d3fe5a37648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92c260355743a9" /><Relationship Type="http://schemas.openxmlformats.org/officeDocument/2006/relationships/notesMaster" Target="/ppt/notesMasters/notesMaster1.xml" Id="R7d6814c2823448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f2bdb874ba43b0" /><Relationship Type="http://schemas.openxmlformats.org/officeDocument/2006/relationships/notesMaster" Target="/ppt/notesMasters/notesMaster1.xml" Id="Rf7b475e23bb745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8bb58b2bae48e6" /><Relationship Type="http://schemas.openxmlformats.org/officeDocument/2006/relationships/notesMaster" Target="/ppt/notesMasters/notesMaster1.xml" Id="R2fdd5816c7bb40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사진: 사용자가 제공한 자료로 교체</a:t>
            </a:r>
          </a:p>
          <a:p xmlns:a="http://schemas.openxmlformats.org/drawingml/2006/main">
            <a:r>
              <a:t>주장: 최종 발표 전 근거 확인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사진: 사용자가 제공한 자료로 교체</a:t>
            </a:r>
          </a:p>
          <a:p xmlns:a="http://schemas.openxmlformats.org/drawingml/2006/main">
            <a:r>
              <a:t>사실·수치: 최종 발표 전 출처 추가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사진: 사용자가 제공한 자료로 교체</a:t>
            </a:r>
          </a:p>
          <a:p xmlns:a="http://schemas.openxmlformats.org/drawingml/2006/main">
            <a:r>
              <a:t>설명: 근거와 해석을 구분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인용: 원문과 발언자 확인</a:t>
            </a:r>
          </a:p>
          <a:p xmlns:a="http://schemas.openxmlformats.org/drawingml/2006/main">
            <a:r>
              <a:t>사진: 사용자가 제공한 자료로 교체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결론: 발표의 첫 주장과 연결</a:t>
            </a:r>
          </a:p>
          <a:p xmlns:a="http://schemas.openxmlformats.org/drawingml/2006/main">
            <a:r>
              <a:t>외부 사실을 추가하면 출처 기입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d6e965f3d4e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5160ecf5444631" /><Relationship Type="http://schemas.openxmlformats.org/officeDocument/2006/relationships/slideLayout" Target="/ppt/slideLayouts/slideLayout1.xml" Id="Rb17c29a4e4c643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7c29a4e4c643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6a93b4129475c" /><Relationship Type="http://schemas.openxmlformats.org/officeDocument/2006/relationships/notesSlide" Target="/ppt/notesSlides/notesSlide1.xml" Id="R683ab63f77d84a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fd87af3494336" /><Relationship Type="http://schemas.openxmlformats.org/officeDocument/2006/relationships/notesSlide" Target="/ppt/notesSlides/notesSlide2.xml" Id="Rdd845bb143a04d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f228fa3e214951" /><Relationship Type="http://schemas.openxmlformats.org/officeDocument/2006/relationships/notesSlide" Target="/ppt/notesSlides/notesSlide3.xml" Id="R04dcbce34e1e424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36cb759b54549" /><Relationship Type="http://schemas.openxmlformats.org/officeDocument/2006/relationships/notesSlide" Target="/ppt/notesSlides/notesSlide4.xml" Id="Ra376759bb5c84e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a01abdc174c04" /><Relationship Type="http://schemas.openxmlformats.org/officeDocument/2006/relationships/notesSlide" Target="/ppt/notesSlides/notesSlide5.xml" Id="R7c0803dd17244b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image-placeholder-opening">
            <a:extLst xmlns:a="http://schemas.openxmlformats.org/drawingml/2006/main">
              <a:ext uri="{FF2B5EF4-FFF2-40B4-BE49-F238E27FC236}">
                <a16:creationId xmlns:a16="http://schemas.microsoft.com/office/drawing/2014/main" id="{9A3C3709-DF34-420D-945B-013E8B4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8001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D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" name="image-placeholder-opening-label">
            <a:extLst xmlns:a="http://schemas.openxmlformats.org/drawingml/2006/main">
              <a:ext uri="{FF2B5EF4-FFF2-40B4-BE49-F238E27FC236}">
                <a16:creationId xmlns:a16="http://schemas.microsoft.com/office/drawing/2014/main" id="{BB59E90D-64F9-4142-B891-46EB3CC8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43350"/>
            <a:ext cx="731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555555"/>
                </a:solidFill>
                <a:latin typeface="Pretendard"/>
                <a:ea typeface="Pretendard"/>
                <a:cs typeface="Pretendard"/>
              </a:rPr>
              <a:t>사진: 인물·현장·물건 중 하나 · 세로</a:t>
            </a:r>
          </a:p>
        </p:txBody>
      </p:sp>
      <p:sp>
        <p:nvSpPr>
          <p:cNvPr id="3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16F9DC67-3C9C-4435-AF43-F92CCE2B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5334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4800" b="1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제목을 한 문장으로</a:t>
            </a:r>
          </a:p>
          <a:p xmlns:a="http://schemas.openxmlformats.org/drawingml/2006/main">
            <a:pPr>
              <a:defRPr sz="4800" b="1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4800" b="1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말합니다</a:t>
            </a:r>
          </a:p>
        </p:txBody>
      </p:sp>
      <p:sp>
        <p:nvSpPr>
          <p:cNvPr id="4" name="opening-body">
            <a:extLst xmlns:a="http://schemas.openxmlformats.org/drawingml/2006/main">
              <a:ext uri="{FF2B5EF4-FFF2-40B4-BE49-F238E27FC236}">
                <a16:creationId xmlns:a16="http://schemas.microsoft.com/office/drawing/2014/main" id="{994969ED-F5C6-40CB-BC7C-DE9F4523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91050"/>
            <a:ext cx="5048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3D3D3D"/>
                </a:solidFill>
                <a:latin typeface="Pretendard"/>
                <a:ea typeface="Pretendard"/>
                <a:cs typeface="Pretendard"/>
              </a:defRPr>
            </a:pPr>
            <a:r>
              <a:rPr sz="2025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발표가 끝난 뒤 청중이 기억할 핵심을 짧게 적습니다.</a:t>
            </a:r>
          </a:p>
        </p:txBody>
      </p:sp>
    </p:spTree>
    <p:extLst>
      <p:ext uri="{BB962C8B-B14F-4D97-AF65-F5344CB8AC3E}">
        <p14:creationId xmlns:p14="http://schemas.microsoft.com/office/powerpoint/2010/main" val="10464903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image-title">
            <a:extLst xmlns:a="http://schemas.openxmlformats.org/drawingml/2006/main">
              <a:ext uri="{FF2B5EF4-FFF2-40B4-BE49-F238E27FC236}">
                <a16:creationId xmlns:a16="http://schemas.microsoft.com/office/drawing/2014/main" id="{FDCF6A2D-7475-4ACE-9C25-64D74D79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19200"/>
            <a:ext cx="5143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설명은 먼저,</a:t>
            </a:r>
          </a:p>
          <a:p xmlns:a="http://schemas.openxmlformats.org/drawingml/2006/main">
            <a:pPr>
              <a:defRPr sz="3450" b="1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사진은 그다음 보게 합니다</a:t>
            </a:r>
          </a:p>
        </p:txBody>
      </p:sp>
      <p:sp>
        <p:nvSpPr>
          <p:cNvPr id="2" name="text-image-body">
            <a:extLst xmlns:a="http://schemas.openxmlformats.org/drawingml/2006/main">
              <a:ext uri="{FF2B5EF4-FFF2-40B4-BE49-F238E27FC236}">
                <a16:creationId xmlns:a16="http://schemas.microsoft.com/office/drawing/2014/main" id="{7FBE995E-2FD4-4306-92F5-D0A0BD5E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43250"/>
            <a:ext cx="4857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맥락과 근거를 두세 문장으로 정리합니다.</a:t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길어지면 다음 슬라이드로 넘깁니다.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강조할 한 문장만 굵은 검정 밑줄로 처리합니다.</a:t>
            </a:r>
          </a:p>
        </p:txBody>
      </p:sp>
      <p:sp>
        <p:nvSpPr>
          <p:cNvPr id="3" name="image-placeholder-text-image">
            <a:extLst xmlns:a="http://schemas.openxmlformats.org/drawingml/2006/main">
              <a:ext uri="{FF2B5EF4-FFF2-40B4-BE49-F238E27FC236}">
                <a16:creationId xmlns:a16="http://schemas.microsoft.com/office/drawing/2014/main" id="{CDC0686A-1EE2-48AB-A0E8-6A0B21AA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62000"/>
            <a:ext cx="7810500" cy="704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D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4" name="image-placeholder-text-image-label">
            <a:extLst xmlns:a="http://schemas.openxmlformats.org/drawingml/2006/main">
              <a:ext uri="{FF2B5EF4-FFF2-40B4-BE49-F238E27FC236}">
                <a16:creationId xmlns:a16="http://schemas.microsoft.com/office/drawing/2014/main" id="{52E22398-DA67-4066-93A5-5056F5C9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43350"/>
            <a:ext cx="7124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555555"/>
                </a:solidFill>
                <a:latin typeface="Pretendard"/>
                <a:ea typeface="Pretendard"/>
                <a:cs typeface="Pretendard"/>
              </a:rPr>
              <a:t>사진: 맥락을 보여주는 현장 · 가로</a:t>
            </a:r>
          </a:p>
        </p:txBody>
      </p:sp>
      <p:sp>
        <p:nvSpPr>
          <p:cNvPr id="5" name="source-line">
            <a:extLst xmlns:a="http://schemas.openxmlformats.org/drawingml/2006/main">
              <a:ext uri="{FF2B5EF4-FFF2-40B4-BE49-F238E27FC236}">
                <a16:creationId xmlns:a16="http://schemas.microsoft.com/office/drawing/2014/main" id="{DBB874F2-83F5-4008-A3C5-7C0D293D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09625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출처: 최종 자료에서 확인</a:t>
            </a:r>
          </a:p>
        </p:txBody>
      </p:sp>
    </p:spTree>
    <p:extLst>
      <p:ext uri="{BB962C8B-B14F-4D97-AF65-F5344CB8AC3E}">
        <p14:creationId xmlns:p14="http://schemas.microsoft.com/office/powerpoint/2010/main" val="16768623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image-placeholder-image-text">
            <a:extLst xmlns:a="http://schemas.openxmlformats.org/drawingml/2006/main">
              <a:ext uri="{FF2B5EF4-FFF2-40B4-BE49-F238E27FC236}">
                <a16:creationId xmlns:a16="http://schemas.microsoft.com/office/drawing/2014/main" id="{F8FFE437-A2C8-40A6-86E2-ADDE43D4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239125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D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" name="image-placeholder-image-text-label">
            <a:extLst xmlns:a="http://schemas.openxmlformats.org/drawingml/2006/main">
              <a:ext uri="{FF2B5EF4-FFF2-40B4-BE49-F238E27FC236}">
                <a16:creationId xmlns:a16="http://schemas.microsoft.com/office/drawing/2014/main" id="{826873E8-55F1-4BE9-9F88-32C61E5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943350"/>
            <a:ext cx="75533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555555"/>
                </a:solidFill>
                <a:latin typeface="Pretendard"/>
                <a:ea typeface="Pretendard"/>
                <a:cs typeface="Pretendard"/>
              </a:rPr>
              <a:t>사진: 감정을 만드는 인물 또는 현장 · 세로</a:t>
            </a:r>
          </a:p>
        </p:txBody>
      </p:sp>
      <p:sp>
        <p:nvSpPr>
          <p:cNvPr id="3" name="image-text-title">
            <a:extLst xmlns:a="http://schemas.openxmlformats.org/drawingml/2006/main">
              <a:ext uri="{FF2B5EF4-FFF2-40B4-BE49-F238E27FC236}">
                <a16:creationId xmlns:a16="http://schemas.microsoft.com/office/drawing/2014/main" id="{A59070D6-465A-453E-92C8-C7299902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485900"/>
            <a:ext cx="4762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사진이 먼저,</a:t>
            </a:r>
          </a:p>
          <a:p xmlns:a="http://schemas.openxmlformats.org/drawingml/2006/main">
            <a:pPr>
              <a:defRPr sz="3450" b="1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3450" b="1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맥락은 그다음 옵니다</a:t>
            </a:r>
          </a:p>
        </p:txBody>
      </p:sp>
      <p:sp>
        <p:nvSpPr>
          <p:cNvPr id="4" name="image-text-body">
            <a:extLst xmlns:a="http://schemas.openxmlformats.org/drawingml/2006/main">
              <a:ext uri="{FF2B5EF4-FFF2-40B4-BE49-F238E27FC236}">
                <a16:creationId xmlns:a16="http://schemas.microsoft.com/office/drawing/2014/main" id="{493651B2-7A91-49A2-9884-6C9C5D2A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48050"/>
            <a:ext cx="4572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사진이 만든 첫 인상을</a:t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짧은 설명으로 해석합니다.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한 슬라이드에는 한 가지</a:t>
            </a:r>
          </a:p>
          <a:p xmlns:a="http://schemas.openxmlformats.org/drawingml/2006/main">
            <a:pPr>
              <a:defRPr sz="2100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0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판단만 남깁니다.</a:t>
            </a:r>
          </a:p>
        </p:txBody>
      </p:sp>
      <p:sp>
        <p:nvSpPr>
          <p:cNvPr id="5" name="source-line">
            <a:extLst xmlns:a="http://schemas.openxmlformats.org/drawingml/2006/main">
              <a:ext uri="{FF2B5EF4-FFF2-40B4-BE49-F238E27FC236}">
                <a16:creationId xmlns:a16="http://schemas.microsoft.com/office/drawing/2014/main" id="{DE715B30-29D5-4D36-9001-4440DB0C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0962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출처: 최종 자료에서 확인</a:t>
            </a:r>
          </a:p>
        </p:txBody>
      </p:sp>
    </p:spTree>
    <p:extLst>
      <p:ext uri="{BB962C8B-B14F-4D97-AF65-F5344CB8AC3E}">
        <p14:creationId xmlns:p14="http://schemas.microsoft.com/office/powerpoint/2010/main" val="14842503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quote-text">
            <a:extLst xmlns:a="http://schemas.openxmlformats.org/drawingml/2006/main">
              <a:ext uri="{FF2B5EF4-FFF2-40B4-BE49-F238E27FC236}">
                <a16:creationId xmlns:a16="http://schemas.microsoft.com/office/drawing/2014/main" id="{384DF323-6F1E-4AEB-8A35-4B00D629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5048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330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“한 문장 인용은</a:t>
            </a:r>
          </a:p>
          <a:p xmlns:a="http://schemas.openxmlformats.org/drawingml/2006/main">
            <a:pPr algn="ctr">
              <a:defRPr sz="3300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3300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문제를 선명하게 만듭니다.”</a:t>
            </a:r>
          </a:p>
        </p:txBody>
      </p:sp>
      <p:sp>
        <p:nvSpPr>
          <p:cNvPr id="2" name="image-placeholder-quote">
            <a:extLst xmlns:a="http://schemas.openxmlformats.org/drawingml/2006/main">
              <a:ext uri="{FF2B5EF4-FFF2-40B4-BE49-F238E27FC236}">
                <a16:creationId xmlns:a16="http://schemas.microsoft.com/office/drawing/2014/main" id="{3CA9F3ED-AE17-4448-B4E8-C9776FF3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65722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ED"/>
          </a:solidFill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3" name="image-placeholder-quote-label">
            <a:extLst xmlns:a="http://schemas.openxmlformats.org/drawingml/2006/main">
              <a:ext uri="{FF2B5EF4-FFF2-40B4-BE49-F238E27FC236}">
                <a16:creationId xmlns:a16="http://schemas.microsoft.com/office/drawing/2014/main" id="{245959F4-22DC-4BAF-B92D-122C607D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324225"/>
            <a:ext cx="5886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5555"/>
                </a:solidFill>
                <a:latin typeface="Pretendard"/>
                <a:ea typeface="Pretendard"/>
                <a:cs typeface="Pretendard"/>
              </a:defRPr>
            </a:pPr>
            <a:r>
              <a:rPr sz="1500" b="1">
                <a:solidFill>
                  <a:srgbClr val="555555"/>
                </a:solidFill>
                <a:latin typeface="Pretendard"/>
                <a:ea typeface="Pretendard"/>
                <a:cs typeface="Pretendard"/>
              </a:rPr>
              <a:t>사진: 발언 중인 인물 · 가로</a:t>
            </a:r>
          </a:p>
        </p:txBody>
      </p:sp>
      <p:sp>
        <p:nvSpPr>
          <p:cNvPr id="4" name="source-line">
            <a:extLst xmlns:a="http://schemas.openxmlformats.org/drawingml/2006/main">
              <a:ext uri="{FF2B5EF4-FFF2-40B4-BE49-F238E27FC236}">
                <a16:creationId xmlns:a16="http://schemas.microsoft.com/office/drawing/2014/main" id="{E9AEEC0F-D2E6-41D1-8DE5-3E9D6BD3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09625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인용 출처: 최종 자료에서 확인</a:t>
            </a:r>
          </a:p>
        </p:txBody>
      </p:sp>
    </p:spTree>
    <p:extLst>
      <p:ext uri="{BB962C8B-B14F-4D97-AF65-F5344CB8AC3E}">
        <p14:creationId xmlns:p14="http://schemas.microsoft.com/office/powerpoint/2010/main" val="13448944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61D8D7C3-CF11-420E-8DD7-E0836329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7650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4350" b="1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좋은 마무리는</a:t>
            </a:r>
          </a:p>
          <a:p xmlns:a="http://schemas.openxmlformats.org/drawingml/2006/main">
            <a:pPr algn="ctr">
              <a:defRPr sz="4350" b="1">
                <a:solidFill>
                  <a:srgbClr val="111111"/>
                </a:solidFill>
                <a:latin typeface="Pretendard"/>
                <a:ea typeface="Pretendard"/>
                <a:cs typeface="Pretendard"/>
              </a:defRPr>
            </a:pPr>
            <a:r>
              <a:rPr sz="4350" b="1">
                <a:solidFill>
                  <a:srgbClr val="111111"/>
                </a:solidFill>
                <a:latin typeface="Pretendard"/>
                <a:ea typeface="Pretendard"/>
                <a:cs typeface="Pretendard"/>
              </a:rPr>
              <a:t>다음 행동을 남깁니다</a:t>
            </a:r>
          </a:p>
        </p:txBody>
      </p:sp>
      <p:sp>
        <p:nvSpPr>
          <p:cNvPr id="2" name="close-body">
            <a:extLst xmlns:a="http://schemas.openxmlformats.org/drawingml/2006/main">
              <a:ext uri="{FF2B5EF4-FFF2-40B4-BE49-F238E27FC236}">
                <a16:creationId xmlns:a16="http://schemas.microsoft.com/office/drawing/2014/main" id="{1E9C8728-AB34-4A32-8ABB-B8219547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24375"/>
            <a:ext cx="723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75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결론 한 문장과,</a:t>
            </a:r>
          </a:p>
          <a:p xmlns:a="http://schemas.openxmlformats.org/drawingml/2006/main">
            <a:pPr algn="ctr">
              <a:defRPr sz="2175">
                <a:solidFill>
                  <a:srgbClr val="333333"/>
                </a:solidFill>
                <a:latin typeface="Pretendard"/>
                <a:ea typeface="Pretendard"/>
                <a:cs typeface="Pretendard"/>
              </a:defRPr>
            </a:pPr>
            <a:r>
              <a:rPr sz="2175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청중이 기억하거나 결정할 한 가지를 적습니다.</a:t>
            </a:r>
          </a:p>
        </p:txBody>
      </p:sp>
    </p:spTree>
    <p:extLst>
      <p:ext uri="{BB962C8B-B14F-4D97-AF65-F5344CB8AC3E}">
        <p14:creationId xmlns:p14="http://schemas.microsoft.com/office/powerpoint/2010/main" val="15769727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2026-08-12T14:02:21.8410000Z</dcterms:created>
  <dcterms:modified xsi:type="dcterms:W3CDTF">2026-08-12T14:02:21.8410000Z</dcterms:modified>
</coreProperties>
</file>